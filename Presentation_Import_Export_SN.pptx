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2286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SUIVI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/ Export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Sénégal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Django pour l'analyse des flux commerciaux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572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31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 </a:t>
            </a:r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ENSAE Dakar  •  Cours Django AS3  •  Mars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00D4A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2286000"/>
            <a:ext cx="1645920" cy="1645920"/>
          </a:xfrm>
          <a:prstGeom prst="ellipse">
            <a:avLst/>
          </a:prstGeom>
          <a:solidFill>
            <a:srgbClr val="0A9396">
              <a:alpha val="8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0F0F1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91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4592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Technologies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585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194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4592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solidFill>
            <a:srgbClr val="0F0F1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2697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4592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6440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200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4592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Rôles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0F0F1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6732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164592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(UN Comtrade)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70248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645920" y="4206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Limites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Sénégal, acteur majeur du commerce en Afrique de l'Ouest, a besoin d'outils modernes pour suivre et analyser ses flux commerciaux.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répond au besoin de visualiser, analyser et détecter des anomalies dans les données d'import/export du pays.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issues de l'API UN Comtrade (ONU).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balance commerciale par période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Top 10 partenaires commerciaux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les produits les plus échangés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l'évolution temporelle des flux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graphes Sankey (flux)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par bloc économique (CEDEAO, UE...)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anomalies de prix/volume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les codes du Système Harmonisé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Python (MVT)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0060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interactifs (Canvas)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005840"/>
            <a:ext cx="1920240" cy="54864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188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Plotly.js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9037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Sankey avancés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MVT (Model - View - Template)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731520" y="3383280"/>
            <a:ext cx="1463040" cy="640080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(Navigateur)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743200" y="3383280"/>
            <a:ext cx="1280160" cy="640080"/>
          </a:xfrm>
          <a:prstGeom prst="rect">
            <a:avLst/>
          </a:prstGeom>
          <a:solidFill>
            <a:srgbClr val="FFD93D">
              <a:alpha val="80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2743200" y="3383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(urls.py)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389120" y="3383280"/>
            <a:ext cx="1463040" cy="640080"/>
          </a:xfrm>
          <a:prstGeom prst="rect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438912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(views.py)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217920" y="3383280"/>
            <a:ext cx="1463040" cy="64008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621792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(models.py)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389120" y="4206240"/>
            <a:ext cx="1463040" cy="640080"/>
          </a:xfrm>
          <a:prstGeom prst="rect">
            <a:avLst/>
          </a:prstGeom>
          <a:solidFill>
            <a:srgbClr val="A855F7">
              <a:alpha val="80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438912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(HTML)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3520440"/>
            <a:ext cx="365760" cy="365760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520440"/>
            <a:ext cx="365760" cy="365760"/>
          </a:xfrm>
          <a:prstGeom prst="rect">
            <a:avLst/>
          </a:prstGeom>
        </p:spPr>
      </p:pic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35204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DE DONNÉES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Champs clés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produit, pays_origine, pays_destination,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quantité, prix_unitaire, valeur_totale, date,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mode_transport, statut, 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 du système - chaque opération import/export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nom, code_iso, continent,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bloc_economique, population, pib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Partenaires commerciaux avec blocs (CEDEAO, UE...)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nom, categorie (FK), unite_mesure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Marchandises échangées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CategorieProduit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nom, code_sh,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Système Harmonisé (SH)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(FK), role (admin/client)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rôles et accès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7432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25 000+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54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7665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 —  Analyse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avec KPIs, évolution mensuelle, Top 10 partenaires. Filtres par année et période.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Commerciale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par pays et par bloc économique. Taux de couverture, graphiques comparatifs.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produits les plus importés et exportés. Répartition par catégorie en donut charts.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971800"/>
            <a:ext cx="2651760" cy="4572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Temporelles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9436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 mobiles (3 mois), variations mensuelles (%), balance mensuelle avec tendances.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971800"/>
            <a:ext cx="265176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546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Pays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42900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échanges avec chaque partenaire : top produits, évolution, infos pays.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971800"/>
            <a:ext cx="2651760" cy="45720"/>
          </a:xfrm>
          <a:prstGeom prst="rect">
            <a:avLst/>
          </a:prstGeom>
          <a:solidFill>
            <a:srgbClr val="0A939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546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Sankey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6364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interactif (Plotly) montrant les flux origine/destination avec volumes.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 —  Gestion &amp; Outils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SH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chapitres du Système Harmonisé. Détail par catégorie, graphiques comparatifs.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Économiques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CEDEAO, UE, ASEAN, MERCOSUR... Détail par pays au sein de chaque bloc.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statistique (2 écarts-types). Détecte les prix et volumes anormaux automatiquement.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971800"/>
            <a:ext cx="2651760" cy="4572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Transactions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9436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modification, suppression de transactions. Numéro séquentiel auto-généré, calcul automatique.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971800"/>
            <a:ext cx="2651760" cy="4572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546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42900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transactions, balances et produits en CSV. Réservé aux administrateurs.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2971800"/>
            <a:ext cx="2651760" cy="1783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971800"/>
            <a:ext cx="2651760" cy="45720"/>
          </a:xfrm>
          <a:prstGeom prst="rect">
            <a:avLst/>
          </a:prstGeom>
          <a:solidFill>
            <a:srgbClr val="0A939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546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Filtres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6364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résultats par page. Filtres par type, pays, période. Navigation intuitive.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GESTION DES RÔLES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à toutes les pages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transactions (créer, modifier, supprimer)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(transactions, balances, produits)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pays, codes SH, blocs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d'anomalies, flux Sankey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temporelles et tendances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37760" y="1645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avec KPIs et graphiques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transactions (lecture seule)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commerciale par pays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 importés/exportés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CRUD / export CSV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d'accès aux pages d'analyse avancée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Mesures de Sécurité</a:t>
            </a:r>
            <a:endParaRPr lang="en-US" sz="15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4160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POST + CSRF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16052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11880" y="4160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mots de passe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6052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55080" y="4160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3484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6868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@admin_required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4434840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1188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sécurisés (prod)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34840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35508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@require_POST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RÉELLES — UN COMTRADE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UN Comtrade (ONU)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5087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ont été récupérées via l'API officielle de la base de données UN Comtrade des Nations Unies.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fiable et reconnue internationalement pour les statistiques du commerce international.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gratuite : </a:t>
            </a:r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comtradedeveloper.un.org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Données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GET avec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pays SEN,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2023-2024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0" y="32461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4612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mensuelle,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USD→FCFA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(taux fixe x600)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246120"/>
            <a:ext cx="411480" cy="41148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5780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 de produits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spécifiques par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SH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66560" y="3246120"/>
            <a:ext cx="411480" cy="4114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6948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en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avec relations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intègres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DU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931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suivi_import_export/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commerce/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       # 5 modèles (133 lignes)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views.py          # 14 vues (850+ lignes)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forms.py           # 3 formulaires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utils.py             # get_user_role()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context_processors.py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admin.py           # 5 ModelAdmin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tests.py             # 26 tests unitaires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suivi_import_export/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urls.py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      # 15 templates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db.sqlite3              # 25 000+ transactions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3931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Métriques Clés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Django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HTML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données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292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interactifs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93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5800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CSV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PERSPECTIVES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annuelles réparties sur 12 mois (estimation ±30%)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transport assigné aléatoirement (non fourni par Comtrade)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change fixe (1 USD = 600 FCFA)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limitées à 2023-2024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d'API REST (DRF) pour appli mobile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 d'amélioration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données mensuelles (API premium Comtrade)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API REST avec Django REST Framework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en production (Heroku / Railway)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cache (Redis) pour les calculs lourds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connectée via API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A9396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6400800" cy="182880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65176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démontre la capacité de Django à construire une application web complète</a:t>
            </a:r>
            <a:endParaRPr lang="en-US" sz="1400" dirty="0"/>
          </a:p>
          <a:p>
            <a:pPr algn="ctr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l'analyse de données commerciales réelles du Sénégal.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fonctionnalités</a:t>
            </a:r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25 000+ transactions</a:t>
            </a:r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tests</a:t>
            </a:r>
            <a:pPr algn="ct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ONU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 —  ENSAE Dakar  —  Cours Django AS3  —  Mars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Import/Export du Sénégal</dc:title>
  <dc:subject>PptxGenJS Presentation</dc:subject>
  <dc:creator>Groupe 5 - ENSAE</dc:creator>
  <cp:lastModifiedBy>Groupe 5 - ENSAE</cp:lastModifiedBy>
  <cp:revision>1</cp:revision>
  <dcterms:created xsi:type="dcterms:W3CDTF">2026-03-26T12:38:46Z</dcterms:created>
  <dcterms:modified xsi:type="dcterms:W3CDTF">2026-03-26T12:38:46Z</dcterms:modified>
</cp:coreProperties>
</file>